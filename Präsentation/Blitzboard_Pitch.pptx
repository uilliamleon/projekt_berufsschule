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12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5029200" cy="50292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369A1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INVESTOR PITCH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200" dirty="0" err="1">
                <a:solidFill>
                  <a:srgbClr val="FFFFFF"/>
                </a:solidFill>
                <a:latin typeface="Arial Black" pitchFamily="34" charset="0"/>
              </a:rPr>
              <a:t>BlitzBoard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board games. Always free to start.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millions of people are bored — on the bus, in waiting rooms, in classrooms.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solution.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1828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Chess Pawns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4572000"/>
            <a:ext cx="1828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468880" y="4572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Tic Tac Toe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4572000"/>
            <a:ext cx="1828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480560" y="4572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&amp; More Coming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9748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😴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Boredom is Universal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class, patients in hospitals, commuters on trains — everyone has idle time with no quality outlet.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9748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00400" y="1325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Fall Short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724912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mobile game apps are ad-heavy, complex, or require expensive in-app purchases just to enjoy the basics.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188720"/>
            <a:ext cx="269748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🏥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72200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Groups Underserved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724912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long-term hospital care have extremely limited access to engaging, fun, low-cost entertainment.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</a:rPr>
              <a:t>"Boredom costs attention, engagement, and well-being — we solve all three."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Blitzboard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free mobile board game app offering beloved classics in a clean, modern interface — with zero friction to start playing.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196596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♟️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0352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Chess Pawns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31729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Strategic pawn battles for all skill levels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2423160"/>
            <a:ext cx="196596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606040" y="24688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79192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Tic Tac Toe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9192" y="31729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The timeless classic, beautifully redesigned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196596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30352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New Games Monthly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44531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Dame, Checkers &amp; more on the roadmap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3703320"/>
            <a:ext cx="196596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2606040" y="3749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679192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Skins &amp; Boards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79192" y="44531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Personalise your experience with cosmetics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1005840"/>
            <a:ext cx="3749040" cy="3931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937760" y="11887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Available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120640" y="21945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♟  Chess Pawns</a:t>
            </a:r>
            <a:endParaRPr lang="en-US" sz="18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❌  Tic Tac Toe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20640" y="3520440"/>
            <a:ext cx="338328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937760" y="3611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Roadmap: Dame · Shop · Collabs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4069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High update frequency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= always something new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56032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3.5B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Mobile gamers globally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2024 estimate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56032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00400" y="1188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$98B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Mobile gaming 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projected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56032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035040" y="1188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12648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Play casual / board games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of mobile gamers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 Niches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196596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65760" y="3703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38912" y="4224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Students &amp; Schools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4480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Quick games between lessons or during free periods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14600" y="3657600"/>
            <a:ext cx="196596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2514600" y="3703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587752" y="4224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Hospital Children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87752" y="4480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Engaging, accessible entertainment for long-term patients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196596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663440" y="3703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🚌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36592" y="4224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Commuters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36592" y="4480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Short sessions ideal for transit play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12280" y="3657600"/>
            <a:ext cx="196596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812280" y="3703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👨‍👩‍👧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885432" y="4224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Families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85432" y="4480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Cross-generational games everyone knows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887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170432"/>
          </a:xfrm>
          <a:prstGeom prst="rect">
            <a:avLst/>
          </a:prstGeom>
          <a:solidFill>
            <a:srgbClr val="1E3A5F"/>
          </a:solidFill>
          <a:ln w="25400">
            <a:solidFill>
              <a:srgbClr val="94A3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current games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Ad-supported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gameplay access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359152"/>
            <a:ext cx="4023360" cy="1170432"/>
          </a:xfrm>
          <a:prstGeom prst="rect">
            <a:avLst/>
          </a:prstGeom>
          <a:solidFill>
            <a:srgbClr val="1E3A5F"/>
          </a:solidFill>
          <a:ln w="254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4323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Monthly  €0.99/mo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7063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ads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games free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Skin per month included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621024"/>
            <a:ext cx="4023360" cy="1170432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02920" y="36941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Lifetime  €5 once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03250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ads forever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current games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Skin + 1 Board included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</a:rPr>
              <a:t>À la Carte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508760"/>
            <a:ext cx="38404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892040" y="15087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Standard Skin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150876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</a:rPr>
              <a:t>€0.99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984248"/>
            <a:ext cx="38404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892040" y="19842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Animated Skin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198424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</a:rPr>
              <a:t>€1.29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459736"/>
            <a:ext cx="38404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892040" y="24597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Standard 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245973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</a:rPr>
              <a:t>€1.99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2935224"/>
            <a:ext cx="38404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892040" y="29352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Animated 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293522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</a:rPr>
              <a:t>€2.99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3410712"/>
            <a:ext cx="38404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892040" y="34107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Extra Game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341071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</a:rPr>
              <a:t>€0.99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3977640"/>
            <a:ext cx="3840480" cy="914400"/>
          </a:xfrm>
          <a:prstGeom prst="rect">
            <a:avLst/>
          </a:prstGeom>
          <a:solidFill>
            <a:srgbClr val="1A3A2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4846320" y="4005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🎁  Starter Bundle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43159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Lifetime + All Games + 1 Skin + 1 Board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Win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Update Frequency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games ship regularly — users always have a reason to return. Competitors stagnate; we iterate.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6052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800600" y="12801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🗺️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669280" y="12801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Roadmap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Dame, Checkers, a full Shop with Skins &amp; Boards — investors can see exactly where we're going.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16052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65760" y="32004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23444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Potential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61188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Brand-collab skins &amp; boards (teams, shows, artists) open a B2B revenue channel with zero extra dev cost.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3108960"/>
            <a:ext cx="416052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800600" y="32004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669280" y="3200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First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361188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+ hospital partnerships build a loyal fan base that becomes our marketing engine.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passionate, focused team building the future of mobile board gaming.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6052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914400" cy="914400"/>
          </a:xfrm>
          <a:prstGeom prst="ellipse">
            <a:avLst/>
          </a:prstGeom>
          <a:solidFill>
            <a:srgbClr val="0369A1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YN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8562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Founder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221992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strategy &amp; business development. Drives product direction and investor relations.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691640"/>
            <a:ext cx="416052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937760" y="1920240"/>
            <a:ext cx="914400" cy="914400"/>
          </a:xfrm>
          <a:prstGeom prst="ellipse">
            <a:avLst/>
          </a:prstGeom>
          <a:solidFill>
            <a:srgbClr val="0369A1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9320" y="18562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2221992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architecture &amp; game engine. Full-stack expertise in cross-platform development.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416052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914400" cy="914400"/>
          </a:xfrm>
          <a:prstGeom prst="ellipse">
            <a:avLst/>
          </a:prstGeom>
          <a:solidFill>
            <a:srgbClr val="0369A1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02920" y="3611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5478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3913632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clean, intuitive interfaces that make BoardBlitz feel premium at every tier.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383280"/>
            <a:ext cx="416052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4937760" y="3611880"/>
            <a:ext cx="914400" cy="914400"/>
          </a:xfrm>
          <a:prstGeom prst="ellipse">
            <a:avLst/>
          </a:prstGeom>
          <a:solidFill>
            <a:srgbClr val="0369A1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MKT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89320" y="35478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Marketing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89320" y="3913632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building, social presence, and partnership outreach — including hospital programs.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Snapshot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</a:rPr>
              <a:t>Revenue Streams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57200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Ads (Free tier)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CPM / CPC revenue from active 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57200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Premium Monthly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9659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€0.99/user/month — recurring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457200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Premium Lifetime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4231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€5 one-time — low churn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57200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02920" y="2880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Skins &amp; Boards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8803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€0.99 – €2.99 per item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457200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02920" y="33375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 Games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3375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€0.99 per game unlocked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457200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02920" y="37947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Bundles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7947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Higher AOV, lower price sensitivity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457200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Brand Collabs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42519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B2B licensing for themed cosmetics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1005840"/>
            <a:ext cx="3383280" cy="3931920"/>
          </a:xfrm>
          <a:prstGeom prst="rect">
            <a:avLst/>
          </a:prstGeom>
          <a:solidFill>
            <a:srgbClr val="1E3A5F"/>
          </a:solidFill>
          <a:ln w="254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39496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A5E9"/>
                </a:solidFill>
              </a:rPr>
              <a:t>Unit Economics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1691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ARPU (Free)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~€0.30/mo via ads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229514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ARPU (Premium)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229514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~€1.50/mo avg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28986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LTV (Lifetime)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28986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€5 + cosmetics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35021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CAC target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03720" y="35021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&lt; €0.80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40680" y="410565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Margin target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03720" y="410565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&gt; 70%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439826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59E0B"/>
                </a:solidFill>
              </a:rPr>
              <a:t>Low COGS · High margins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59E0B"/>
                </a:solidFill>
              </a:rPr>
              <a:t>Scalable to millions of users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5486400" cy="5486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369A1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Us.</a:t>
            </a:r>
            <a:endParaRPr lang="en-US" sz="82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raising a seed round to accelerate game development,</a:t>
            </a:r>
            <a:endParaRPr lang="en-US" sz="17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our user base, and launch hospital partnership programs.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3063240"/>
            <a:ext cx="22860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💸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0584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</a:rPr>
              <a:t>Seed Investment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0965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Fuel our roadmap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3063240"/>
            <a:ext cx="22860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47472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🤝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6616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</a:rPr>
              <a:t>Strategic Partners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40965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Schools &amp; hospitals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063240"/>
            <a:ext cx="22860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03504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📣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2648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</a:rPr>
              <a:t>Brand Collaborators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0965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Cosmetic licensing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59E0B"/>
                </a:solidFill>
              </a:rPr>
              <a:t>Let's build the #1 mobile board game platform together.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Office PowerPoint</Application>
  <PresentationFormat>Bildschirmpräsentation (16:9)</PresentationFormat>
  <Paragraphs>167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BoardBlitz – Investor Pitch</dc:title>
  <dc:subject>PptxGenJS Presentation</dc:subject>
  <dc:creator>PptxGenJS</dc:creator>
  <cp:lastModifiedBy>Jesse James Göllner</cp:lastModifiedBy>
  <cp:revision>4</cp:revision>
  <dcterms:created xsi:type="dcterms:W3CDTF">2026-04-22T06:28:16Z</dcterms:created>
  <dcterms:modified xsi:type="dcterms:W3CDTF">2026-04-23T09:42:00Z</dcterms:modified>
</cp:coreProperties>
</file>